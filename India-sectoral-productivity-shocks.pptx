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11"/>
  </p:notesMasterIdLst>
  <p:sldIdLst>
    <p:sldId id="262" r:id="rId2"/>
    <p:sldId id="269" r:id="rId3"/>
    <p:sldId id="268" r:id="rId4"/>
    <p:sldId id="270" r:id="rId5"/>
    <p:sldId id="271" r:id="rId6"/>
    <p:sldId id="272" r:id="rId7"/>
    <p:sldId id="273" r:id="rId8"/>
    <p:sldId id="274" r:id="rId9"/>
    <p:sldId id="266" r:id="rId1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FF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476BE2-F6B4-478C-A6EE-89E6284FBD7B}" v="112" dt="2026-01-14T14:28:51.6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1459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itanya Kantipudi" userId="9ccbf64586fec61a" providerId="LiveId" clId="{9CBCE700-F519-4FB1-8663-D9C99E3F1623}"/>
    <pc:docChg chg="undo custSel addSld delSld modSld">
      <pc:chgData name="Chaitanya Kantipudi" userId="9ccbf64586fec61a" providerId="LiveId" clId="{9CBCE700-F519-4FB1-8663-D9C99E3F1623}" dt="2026-01-14T17:15:00.668" v="387" actId="5793"/>
      <pc:docMkLst>
        <pc:docMk/>
      </pc:docMkLst>
      <pc:sldChg chg="delSp modSp mod">
        <pc:chgData name="Chaitanya Kantipudi" userId="9ccbf64586fec61a" providerId="LiveId" clId="{9CBCE700-F519-4FB1-8663-D9C99E3F1623}" dt="2026-01-14T13:43:40.182" v="35" actId="20577"/>
        <pc:sldMkLst>
          <pc:docMk/>
          <pc:sldMk cId="2026772072" sldId="262"/>
        </pc:sldMkLst>
        <pc:spChg chg="mod">
          <ac:chgData name="Chaitanya Kantipudi" userId="9ccbf64586fec61a" providerId="LiveId" clId="{9CBCE700-F519-4FB1-8663-D9C99E3F1623}" dt="2026-01-14T13:43:23.580" v="8" actId="14100"/>
          <ac:spMkLst>
            <pc:docMk/>
            <pc:sldMk cId="2026772072" sldId="262"/>
            <ac:spMk id="8" creationId="{00000000-0000-0000-0000-000000000000}"/>
          </ac:spMkLst>
        </pc:spChg>
        <pc:spChg chg="del">
          <ac:chgData name="Chaitanya Kantipudi" userId="9ccbf64586fec61a" providerId="LiveId" clId="{9CBCE700-F519-4FB1-8663-D9C99E3F1623}" dt="2026-01-14T13:42:53.955" v="1" actId="21"/>
          <ac:spMkLst>
            <pc:docMk/>
            <pc:sldMk cId="2026772072" sldId="262"/>
            <ac:spMk id="9" creationId="{00000000-0000-0000-0000-000000000000}"/>
          </ac:spMkLst>
        </pc:spChg>
        <pc:spChg chg="mod">
          <ac:chgData name="Chaitanya Kantipudi" userId="9ccbf64586fec61a" providerId="LiveId" clId="{9CBCE700-F519-4FB1-8663-D9C99E3F1623}" dt="2026-01-14T13:43:40.182" v="35" actId="20577"/>
          <ac:spMkLst>
            <pc:docMk/>
            <pc:sldMk cId="2026772072" sldId="262"/>
            <ac:spMk id="14" creationId="{00000000-0000-0000-0000-000000000000}"/>
          </ac:spMkLst>
        </pc:spChg>
        <pc:spChg chg="mod">
          <ac:chgData name="Chaitanya Kantipudi" userId="9ccbf64586fec61a" providerId="LiveId" clId="{9CBCE700-F519-4FB1-8663-D9C99E3F1623}" dt="2026-01-14T13:43:17.619" v="7" actId="14100"/>
          <ac:spMkLst>
            <pc:docMk/>
            <pc:sldMk cId="2026772072" sldId="262"/>
            <ac:spMk id="15" creationId="{00000000-0000-0000-0000-000000000000}"/>
          </ac:spMkLst>
        </pc:spChg>
      </pc:sldChg>
      <pc:sldChg chg="modSp mod">
        <pc:chgData name="Chaitanya Kantipudi" userId="9ccbf64586fec61a" providerId="LiveId" clId="{9CBCE700-F519-4FB1-8663-D9C99E3F1623}" dt="2026-01-14T14:02:06.988" v="211" actId="20577"/>
        <pc:sldMkLst>
          <pc:docMk/>
          <pc:sldMk cId="4167977639" sldId="266"/>
        </pc:sldMkLst>
        <pc:spChg chg="mod">
          <ac:chgData name="Chaitanya Kantipudi" userId="9ccbf64586fec61a" providerId="LiveId" clId="{9CBCE700-F519-4FB1-8663-D9C99E3F1623}" dt="2026-01-14T14:02:06.988" v="211" actId="20577"/>
          <ac:spMkLst>
            <pc:docMk/>
            <pc:sldMk cId="4167977639" sldId="266"/>
            <ac:spMk id="2" creationId="{00000000-0000-0000-0000-000000000000}"/>
          </ac:spMkLst>
        </pc:spChg>
      </pc:sldChg>
      <pc:sldChg chg="addSp delSp modSp mod modClrScheme chgLayout">
        <pc:chgData name="Chaitanya Kantipudi" userId="9ccbf64586fec61a" providerId="LiveId" clId="{9CBCE700-F519-4FB1-8663-D9C99E3F1623}" dt="2026-01-14T14:26:25.421" v="352" actId="14100"/>
        <pc:sldMkLst>
          <pc:docMk/>
          <pc:sldMk cId="4197002550" sldId="268"/>
        </pc:sldMkLst>
        <pc:spChg chg="del mod ord">
          <ac:chgData name="Chaitanya Kantipudi" userId="9ccbf64586fec61a" providerId="LiveId" clId="{9CBCE700-F519-4FB1-8663-D9C99E3F1623}" dt="2026-01-14T13:44:54.215" v="47" actId="700"/>
          <ac:spMkLst>
            <pc:docMk/>
            <pc:sldMk cId="4197002550" sldId="268"/>
            <ac:spMk id="2" creationId="{00000000-0000-0000-0000-000000000000}"/>
          </ac:spMkLst>
        </pc:spChg>
        <pc:spChg chg="add mod">
          <ac:chgData name="Chaitanya Kantipudi" userId="9ccbf64586fec61a" providerId="LiveId" clId="{9CBCE700-F519-4FB1-8663-D9C99E3F1623}" dt="2026-01-14T14:23:43.910" v="292" actId="20577"/>
          <ac:spMkLst>
            <pc:docMk/>
            <pc:sldMk cId="4197002550" sldId="268"/>
            <ac:spMk id="2" creationId="{26A7E3D7-F9A7-B130-5CE5-CD511D698CE2}"/>
          </ac:spMkLst>
        </pc:spChg>
        <pc:spChg chg="del">
          <ac:chgData name="Chaitanya Kantipudi" userId="9ccbf64586fec61a" providerId="LiveId" clId="{9CBCE700-F519-4FB1-8663-D9C99E3F1623}" dt="2026-01-14T13:44:54.215" v="47" actId="700"/>
          <ac:spMkLst>
            <pc:docMk/>
            <pc:sldMk cId="4197002550" sldId="268"/>
            <ac:spMk id="3" creationId="{00000000-0000-0000-0000-000000000000}"/>
          </ac:spMkLst>
        </pc:spChg>
        <pc:spChg chg="add mod">
          <ac:chgData name="Chaitanya Kantipudi" userId="9ccbf64586fec61a" providerId="LiveId" clId="{9CBCE700-F519-4FB1-8663-D9C99E3F1623}" dt="2026-01-14T14:25:05.740" v="332" actId="1076"/>
          <ac:spMkLst>
            <pc:docMk/>
            <pc:sldMk cId="4197002550" sldId="268"/>
            <ac:spMk id="3" creationId="{A94B39C2-112C-6C38-239D-517AAFAA6E66}"/>
          </ac:spMkLst>
        </pc:spChg>
        <pc:spChg chg="del mod ord">
          <ac:chgData name="Chaitanya Kantipudi" userId="9ccbf64586fec61a" providerId="LiveId" clId="{9CBCE700-F519-4FB1-8663-D9C99E3F1623}" dt="2026-01-14T13:44:54.215" v="47" actId="700"/>
          <ac:spMkLst>
            <pc:docMk/>
            <pc:sldMk cId="4197002550" sldId="268"/>
            <ac:spMk id="4" creationId="{00000000-0000-0000-0000-000000000000}"/>
          </ac:spMkLst>
        </pc:spChg>
        <pc:spChg chg="add mod">
          <ac:chgData name="Chaitanya Kantipudi" userId="9ccbf64586fec61a" providerId="LiveId" clId="{9CBCE700-F519-4FB1-8663-D9C99E3F1623}" dt="2026-01-14T14:25:02.067" v="331" actId="1076"/>
          <ac:spMkLst>
            <pc:docMk/>
            <pc:sldMk cId="4197002550" sldId="268"/>
            <ac:spMk id="4" creationId="{01BBF9E0-AB60-AA7B-C27A-70945848B634}"/>
          </ac:spMkLst>
        </pc:spChg>
        <pc:spChg chg="del">
          <ac:chgData name="Chaitanya Kantipudi" userId="9ccbf64586fec61a" providerId="LiveId" clId="{9CBCE700-F519-4FB1-8663-D9C99E3F1623}" dt="2026-01-14T13:44:54.215" v="47" actId="700"/>
          <ac:spMkLst>
            <pc:docMk/>
            <pc:sldMk cId="4197002550" sldId="268"/>
            <ac:spMk id="5" creationId="{00000000-0000-0000-0000-000000000000}"/>
          </ac:spMkLst>
        </pc:spChg>
        <pc:spChg chg="add mod">
          <ac:chgData name="Chaitanya Kantipudi" userId="9ccbf64586fec61a" providerId="LiveId" clId="{9CBCE700-F519-4FB1-8663-D9C99E3F1623}" dt="2026-01-14T14:26:00.593" v="346" actId="14100"/>
          <ac:spMkLst>
            <pc:docMk/>
            <pc:sldMk cId="4197002550" sldId="268"/>
            <ac:spMk id="5" creationId="{4968F933-0383-18AC-3EA6-B9A1B2CDD27C}"/>
          </ac:spMkLst>
        </pc:spChg>
        <pc:spChg chg="del">
          <ac:chgData name="Chaitanya Kantipudi" userId="9ccbf64586fec61a" providerId="LiveId" clId="{9CBCE700-F519-4FB1-8663-D9C99E3F1623}" dt="2026-01-14T13:44:54.215" v="47" actId="700"/>
          <ac:spMkLst>
            <pc:docMk/>
            <pc:sldMk cId="4197002550" sldId="268"/>
            <ac:spMk id="6" creationId="{00000000-0000-0000-0000-000000000000}"/>
          </ac:spMkLst>
        </pc:spChg>
        <pc:spChg chg="add mod">
          <ac:chgData name="Chaitanya Kantipudi" userId="9ccbf64586fec61a" providerId="LiveId" clId="{9CBCE700-F519-4FB1-8663-D9C99E3F1623}" dt="2026-01-14T14:26:25.421" v="352" actId="14100"/>
          <ac:spMkLst>
            <pc:docMk/>
            <pc:sldMk cId="4197002550" sldId="268"/>
            <ac:spMk id="6" creationId="{73CCAFF4-5D0F-4E69-C11D-4C5954D88316}"/>
          </ac:spMkLst>
        </pc:spChg>
        <pc:spChg chg="add mod ord">
          <ac:chgData name="Chaitanya Kantipudi" userId="9ccbf64586fec61a" providerId="LiveId" clId="{9CBCE700-F519-4FB1-8663-D9C99E3F1623}" dt="2026-01-14T13:45:16.056" v="49" actId="404"/>
          <ac:spMkLst>
            <pc:docMk/>
            <pc:sldMk cId="4197002550" sldId="268"/>
            <ac:spMk id="7" creationId="{37D59057-CCF2-FD8A-9E3B-8911EFDE22F6}"/>
          </ac:spMkLst>
        </pc:spChg>
        <pc:spChg chg="add mod ord">
          <ac:chgData name="Chaitanya Kantipudi" userId="9ccbf64586fec61a" providerId="LiveId" clId="{9CBCE700-F519-4FB1-8663-D9C99E3F1623}" dt="2026-01-14T14:12:41.143" v="239" actId="5793"/>
          <ac:spMkLst>
            <pc:docMk/>
            <pc:sldMk cId="4197002550" sldId="268"/>
            <ac:spMk id="8" creationId="{9357171C-5681-FC58-EF39-05BE59FE86DA}"/>
          </ac:spMkLst>
        </pc:spChg>
      </pc:sldChg>
      <pc:sldChg chg="modSp mod">
        <pc:chgData name="Chaitanya Kantipudi" userId="9ccbf64586fec61a" providerId="LiveId" clId="{9CBCE700-F519-4FB1-8663-D9C99E3F1623}" dt="2026-01-14T14:06:02.137" v="221" actId="5793"/>
        <pc:sldMkLst>
          <pc:docMk/>
          <pc:sldMk cId="278976711" sldId="269"/>
        </pc:sldMkLst>
        <pc:spChg chg="mod">
          <ac:chgData name="Chaitanya Kantipudi" userId="9ccbf64586fec61a" providerId="LiveId" clId="{9CBCE700-F519-4FB1-8663-D9C99E3F1623}" dt="2026-01-14T13:44:06.237" v="37" actId="404"/>
          <ac:spMkLst>
            <pc:docMk/>
            <pc:sldMk cId="278976711" sldId="269"/>
            <ac:spMk id="2" creationId="{00000000-0000-0000-0000-000000000000}"/>
          </ac:spMkLst>
        </pc:spChg>
        <pc:spChg chg="mod">
          <ac:chgData name="Chaitanya Kantipudi" userId="9ccbf64586fec61a" providerId="LiveId" clId="{9CBCE700-F519-4FB1-8663-D9C99E3F1623}" dt="2026-01-14T14:06:02.137" v="221" actId="5793"/>
          <ac:spMkLst>
            <pc:docMk/>
            <pc:sldMk cId="278976711" sldId="269"/>
            <ac:spMk id="3" creationId="{00000000-0000-0000-0000-000000000000}"/>
          </ac:spMkLst>
        </pc:spChg>
      </pc:sldChg>
      <pc:sldChg chg="addSp delSp modSp mod modClrScheme chgLayout">
        <pc:chgData name="Chaitanya Kantipudi" userId="9ccbf64586fec61a" providerId="LiveId" clId="{9CBCE700-F519-4FB1-8663-D9C99E3F1623}" dt="2026-01-14T14:09:31.582" v="237" actId="14100"/>
        <pc:sldMkLst>
          <pc:docMk/>
          <pc:sldMk cId="1149366568" sldId="270"/>
        </pc:sldMkLst>
        <pc:spChg chg="add mod ord">
          <ac:chgData name="Chaitanya Kantipudi" userId="9ccbf64586fec61a" providerId="LiveId" clId="{9CBCE700-F519-4FB1-8663-D9C99E3F1623}" dt="2026-01-14T13:47:49.823" v="80" actId="700"/>
          <ac:spMkLst>
            <pc:docMk/>
            <pc:sldMk cId="1149366568" sldId="270"/>
            <ac:spMk id="2" creationId="{A56C8908-AA7E-02CA-D475-59F0A5A89683}"/>
          </ac:spMkLst>
        </pc:spChg>
        <pc:spChg chg="add del mod">
          <ac:chgData name="Chaitanya Kantipudi" userId="9ccbf64586fec61a" providerId="LiveId" clId="{9CBCE700-F519-4FB1-8663-D9C99E3F1623}" dt="2026-01-14T13:46:19.557" v="62" actId="21"/>
          <ac:spMkLst>
            <pc:docMk/>
            <pc:sldMk cId="1149366568" sldId="270"/>
            <ac:spMk id="3" creationId="{F2C85DA2-1BE4-07E4-D1F4-A67F10C7B7CC}"/>
          </ac:spMkLst>
        </pc:spChg>
        <pc:spChg chg="add mod ord">
          <ac:chgData name="Chaitanya Kantipudi" userId="9ccbf64586fec61a" providerId="LiveId" clId="{9CBCE700-F519-4FB1-8663-D9C99E3F1623}" dt="2026-01-14T14:07:39.501" v="230" actId="14100"/>
          <ac:spMkLst>
            <pc:docMk/>
            <pc:sldMk cId="1149366568" sldId="270"/>
            <ac:spMk id="4" creationId="{18F9B28A-BE9C-2F17-8D22-2CD09AB4A6AE}"/>
          </ac:spMkLst>
        </pc:spChg>
        <pc:spChg chg="add del mod">
          <ac:chgData name="Chaitanya Kantipudi" userId="9ccbf64586fec61a" providerId="LiveId" clId="{9CBCE700-F519-4FB1-8663-D9C99E3F1623}" dt="2026-01-14T13:46:25.647" v="64" actId="21"/>
          <ac:spMkLst>
            <pc:docMk/>
            <pc:sldMk cId="1149366568" sldId="270"/>
            <ac:spMk id="5" creationId="{96B3EE8E-9A00-F9F3-139C-B135B65B3C52}"/>
          </ac:spMkLst>
        </pc:spChg>
        <pc:spChg chg="add del mod">
          <ac:chgData name="Chaitanya Kantipudi" userId="9ccbf64586fec61a" providerId="LiveId" clId="{9CBCE700-F519-4FB1-8663-D9C99E3F1623}" dt="2026-01-14T13:47:14.539" v="73" actId="931"/>
          <ac:spMkLst>
            <pc:docMk/>
            <pc:sldMk cId="1149366568" sldId="270"/>
            <ac:spMk id="6" creationId="{8E8311F9-6547-EF4B-0164-1C5EB345CDFF}"/>
          </ac:spMkLst>
        </pc:spChg>
        <pc:spChg chg="add del mod ord">
          <ac:chgData name="Chaitanya Kantipudi" userId="9ccbf64586fec61a" providerId="LiveId" clId="{9CBCE700-F519-4FB1-8663-D9C99E3F1623}" dt="2026-01-14T13:47:49.823" v="80" actId="700"/>
          <ac:spMkLst>
            <pc:docMk/>
            <pc:sldMk cId="1149366568" sldId="270"/>
            <ac:spMk id="11" creationId="{44DAE5AE-9098-2567-856C-3E4A1E5C95D9}"/>
          </ac:spMkLst>
        </pc:spChg>
        <pc:spChg chg="add del mod ord">
          <ac:chgData name="Chaitanya Kantipudi" userId="9ccbf64586fec61a" providerId="LiveId" clId="{9CBCE700-F519-4FB1-8663-D9C99E3F1623}" dt="2026-01-14T13:47:49.823" v="80" actId="700"/>
          <ac:spMkLst>
            <pc:docMk/>
            <pc:sldMk cId="1149366568" sldId="270"/>
            <ac:spMk id="12" creationId="{2977332B-04DE-C6A3-547A-F33DD2BB90BF}"/>
          </ac:spMkLst>
        </pc:spChg>
        <pc:picChg chg="add mod ord">
          <ac:chgData name="Chaitanya Kantipudi" userId="9ccbf64586fec61a" providerId="LiveId" clId="{9CBCE700-F519-4FB1-8663-D9C99E3F1623}" dt="2026-01-14T14:09:21.388" v="234" actId="14100"/>
          <ac:picMkLst>
            <pc:docMk/>
            <pc:sldMk cId="1149366568" sldId="270"/>
            <ac:picMk id="8" creationId="{9872637B-0FFE-067C-FE60-4B0BA7F60B5D}"/>
          </ac:picMkLst>
        </pc:picChg>
        <pc:picChg chg="add mod">
          <ac:chgData name="Chaitanya Kantipudi" userId="9ccbf64586fec61a" providerId="LiveId" clId="{9CBCE700-F519-4FB1-8663-D9C99E3F1623}" dt="2026-01-14T14:09:31.582" v="237" actId="14100"/>
          <ac:picMkLst>
            <pc:docMk/>
            <pc:sldMk cId="1149366568" sldId="270"/>
            <ac:picMk id="10" creationId="{AD3BAB7D-498E-485F-BEA0-AAB8ACF569E7}"/>
          </ac:picMkLst>
        </pc:picChg>
      </pc:sldChg>
      <pc:sldChg chg="addSp delSp modSp new mod chgLayout">
        <pc:chgData name="Chaitanya Kantipudi" userId="9ccbf64586fec61a" providerId="LiveId" clId="{9CBCE700-F519-4FB1-8663-D9C99E3F1623}" dt="2026-01-14T14:28:35.643" v="380" actId="1076"/>
        <pc:sldMkLst>
          <pc:docMk/>
          <pc:sldMk cId="978283062" sldId="271"/>
        </pc:sldMkLst>
        <pc:spChg chg="mod ord">
          <ac:chgData name="Chaitanya Kantipudi" userId="9ccbf64586fec61a" providerId="LiveId" clId="{9CBCE700-F519-4FB1-8663-D9C99E3F1623}" dt="2026-01-14T14:27:49.255" v="369" actId="700"/>
          <ac:spMkLst>
            <pc:docMk/>
            <pc:sldMk cId="978283062" sldId="271"/>
            <ac:spMk id="2" creationId="{7A0A6798-2651-585D-14E6-1024D5C9796F}"/>
          </ac:spMkLst>
        </pc:spChg>
        <pc:spChg chg="add del mod ord">
          <ac:chgData name="Chaitanya Kantipudi" userId="9ccbf64586fec61a" providerId="LiveId" clId="{9CBCE700-F519-4FB1-8663-D9C99E3F1623}" dt="2026-01-14T14:27:08.574" v="357" actId="21"/>
          <ac:spMkLst>
            <pc:docMk/>
            <pc:sldMk cId="978283062" sldId="271"/>
            <ac:spMk id="3" creationId="{9AE51D52-B74A-235A-9582-19FD5211443F}"/>
          </ac:spMkLst>
        </pc:spChg>
        <pc:spChg chg="del">
          <ac:chgData name="Chaitanya Kantipudi" userId="9ccbf64586fec61a" providerId="LiveId" clId="{9CBCE700-F519-4FB1-8663-D9C99E3F1623}" dt="2026-01-14T13:48:11.445" v="84" actId="21"/>
          <ac:spMkLst>
            <pc:docMk/>
            <pc:sldMk cId="978283062" sldId="271"/>
            <ac:spMk id="3" creationId="{C8FFE944-AC26-D5D2-054E-3E97646AEFB0}"/>
          </ac:spMkLst>
        </pc:spChg>
        <pc:spChg chg="mod ord">
          <ac:chgData name="Chaitanya Kantipudi" userId="9ccbf64586fec61a" providerId="LiveId" clId="{9CBCE700-F519-4FB1-8663-D9C99E3F1623}" dt="2026-01-14T14:28:05.313" v="373" actId="14100"/>
          <ac:spMkLst>
            <pc:docMk/>
            <pc:sldMk cId="978283062" sldId="271"/>
            <ac:spMk id="4" creationId="{B9574F59-6435-0477-261B-707943D07CB8}"/>
          </ac:spMkLst>
        </pc:spChg>
        <pc:spChg chg="del">
          <ac:chgData name="Chaitanya Kantipudi" userId="9ccbf64586fec61a" providerId="LiveId" clId="{9CBCE700-F519-4FB1-8663-D9C99E3F1623}" dt="2026-01-14T13:48:14.085" v="85" actId="21"/>
          <ac:spMkLst>
            <pc:docMk/>
            <pc:sldMk cId="978283062" sldId="271"/>
            <ac:spMk id="5" creationId="{3003F7A9-7E65-BA8F-F4ED-2A8811DA3569}"/>
          </ac:spMkLst>
        </pc:spChg>
        <pc:spChg chg="add del mod ord">
          <ac:chgData name="Chaitanya Kantipudi" userId="9ccbf64586fec61a" providerId="LiveId" clId="{9CBCE700-F519-4FB1-8663-D9C99E3F1623}" dt="2026-01-14T14:27:05.612" v="356" actId="21"/>
          <ac:spMkLst>
            <pc:docMk/>
            <pc:sldMk cId="978283062" sldId="271"/>
            <ac:spMk id="5" creationId="{A0BBC61C-E600-B838-30FB-8A8F5E72291B}"/>
          </ac:spMkLst>
        </pc:spChg>
        <pc:spChg chg="add del mod ord">
          <ac:chgData name="Chaitanya Kantipudi" userId="9ccbf64586fec61a" providerId="LiveId" clId="{9CBCE700-F519-4FB1-8663-D9C99E3F1623}" dt="2026-01-14T14:27:32.072" v="365" actId="21"/>
          <ac:spMkLst>
            <pc:docMk/>
            <pc:sldMk cId="978283062" sldId="271"/>
            <ac:spMk id="6" creationId="{3B78DA9C-BB29-DC52-C2E9-3A6F1A84D3BD}"/>
          </ac:spMkLst>
        </pc:spChg>
        <pc:spChg chg="del mod">
          <ac:chgData name="Chaitanya Kantipudi" userId="9ccbf64586fec61a" providerId="LiveId" clId="{9CBCE700-F519-4FB1-8663-D9C99E3F1623}" dt="2026-01-14T13:49:58.805" v="94" actId="931"/>
          <ac:spMkLst>
            <pc:docMk/>
            <pc:sldMk cId="978283062" sldId="271"/>
            <ac:spMk id="6" creationId="{9F63C9F8-463E-87BB-CADE-885BC2530818}"/>
          </ac:spMkLst>
        </pc:spChg>
        <pc:spChg chg="add del mod ord">
          <ac:chgData name="Chaitanya Kantipudi" userId="9ccbf64586fec61a" providerId="LiveId" clId="{9CBCE700-F519-4FB1-8663-D9C99E3F1623}" dt="2026-01-14T14:27:34.750" v="366" actId="21"/>
          <ac:spMkLst>
            <pc:docMk/>
            <pc:sldMk cId="978283062" sldId="271"/>
            <ac:spMk id="7" creationId="{5713B761-0921-FBFB-7BC2-D66D1F0189CF}"/>
          </ac:spMkLst>
        </pc:spChg>
        <pc:spChg chg="add del mod ord">
          <ac:chgData name="Chaitanya Kantipudi" userId="9ccbf64586fec61a" providerId="LiveId" clId="{9CBCE700-F519-4FB1-8663-D9C99E3F1623}" dt="2026-01-14T14:27:58.513" v="371" actId="21"/>
          <ac:spMkLst>
            <pc:docMk/>
            <pc:sldMk cId="978283062" sldId="271"/>
            <ac:spMk id="9" creationId="{24B3F66C-49E6-49FC-94FB-CE667332748E}"/>
          </ac:spMkLst>
        </pc:spChg>
        <pc:spChg chg="add del mod ord">
          <ac:chgData name="Chaitanya Kantipudi" userId="9ccbf64586fec61a" providerId="LiveId" clId="{9CBCE700-F519-4FB1-8663-D9C99E3F1623}" dt="2026-01-14T14:28:01.977" v="372" actId="21"/>
          <ac:spMkLst>
            <pc:docMk/>
            <pc:sldMk cId="978283062" sldId="271"/>
            <ac:spMk id="11" creationId="{B6A4FCFE-F9A1-7F03-0170-68FE57DD24F5}"/>
          </ac:spMkLst>
        </pc:spChg>
        <pc:picChg chg="add mod ord">
          <ac:chgData name="Chaitanya Kantipudi" userId="9ccbf64586fec61a" providerId="LiveId" clId="{9CBCE700-F519-4FB1-8663-D9C99E3F1623}" dt="2026-01-14T14:28:28.617" v="378" actId="1076"/>
          <ac:picMkLst>
            <pc:docMk/>
            <pc:sldMk cId="978283062" sldId="271"/>
            <ac:picMk id="8" creationId="{50C5ABF8-ECA9-CB34-0688-48498B86F179}"/>
          </ac:picMkLst>
        </pc:picChg>
        <pc:picChg chg="add mod">
          <ac:chgData name="Chaitanya Kantipudi" userId="9ccbf64586fec61a" providerId="LiveId" clId="{9CBCE700-F519-4FB1-8663-D9C99E3F1623}" dt="2026-01-14T14:28:35.643" v="380" actId="1076"/>
          <ac:picMkLst>
            <pc:docMk/>
            <pc:sldMk cId="978283062" sldId="271"/>
            <ac:picMk id="10" creationId="{A896F084-71DA-DD14-D4F6-4152477DB1CF}"/>
          </ac:picMkLst>
        </pc:picChg>
      </pc:sldChg>
      <pc:sldChg chg="addSp delSp modSp new mod">
        <pc:chgData name="Chaitanya Kantipudi" userId="9ccbf64586fec61a" providerId="LiveId" clId="{9CBCE700-F519-4FB1-8663-D9C99E3F1623}" dt="2026-01-14T17:15:00.668" v="387" actId="5793"/>
        <pc:sldMkLst>
          <pc:docMk/>
          <pc:sldMk cId="3030454326" sldId="272"/>
        </pc:sldMkLst>
        <pc:spChg chg="mod">
          <ac:chgData name="Chaitanya Kantipudi" userId="9ccbf64586fec61a" providerId="LiveId" clId="{9CBCE700-F519-4FB1-8663-D9C99E3F1623}" dt="2026-01-14T13:53:44.662" v="102" actId="404"/>
          <ac:spMkLst>
            <pc:docMk/>
            <pc:sldMk cId="3030454326" sldId="272"/>
            <ac:spMk id="2" creationId="{26E050CB-FCF2-193D-AD68-59A5EE9D3F84}"/>
          </ac:spMkLst>
        </pc:spChg>
        <pc:spChg chg="add del mod">
          <ac:chgData name="Chaitanya Kantipudi" userId="9ccbf64586fec61a" providerId="LiveId" clId="{9CBCE700-F519-4FB1-8663-D9C99E3F1623}" dt="2026-01-14T14:13:41.784" v="242" actId="21"/>
          <ac:spMkLst>
            <pc:docMk/>
            <pc:sldMk cId="3030454326" sldId="272"/>
            <ac:spMk id="3" creationId="{9786AB9E-E5EE-6F70-A459-4584F2EF52F0}"/>
          </ac:spMkLst>
        </pc:spChg>
        <pc:spChg chg="del">
          <ac:chgData name="Chaitanya Kantipudi" userId="9ccbf64586fec61a" providerId="LiveId" clId="{9CBCE700-F519-4FB1-8663-D9C99E3F1623}" dt="2026-01-14T13:53:48.646" v="103" actId="21"/>
          <ac:spMkLst>
            <pc:docMk/>
            <pc:sldMk cId="3030454326" sldId="272"/>
            <ac:spMk id="3" creationId="{A9514F00-7664-A4AD-97DF-B4DE027B988C}"/>
          </ac:spMkLst>
        </pc:spChg>
        <pc:spChg chg="mod">
          <ac:chgData name="Chaitanya Kantipudi" userId="9ccbf64586fec61a" providerId="LiveId" clId="{9CBCE700-F519-4FB1-8663-D9C99E3F1623}" dt="2026-01-14T17:15:00.668" v="387" actId="5793"/>
          <ac:spMkLst>
            <pc:docMk/>
            <pc:sldMk cId="3030454326" sldId="272"/>
            <ac:spMk id="4" creationId="{09A6B369-BD2E-6D95-DF6D-2ACA2ACBA5AF}"/>
          </ac:spMkLst>
        </pc:spChg>
        <pc:spChg chg="del">
          <ac:chgData name="Chaitanya Kantipudi" userId="9ccbf64586fec61a" providerId="LiveId" clId="{9CBCE700-F519-4FB1-8663-D9C99E3F1623}" dt="2026-01-14T13:53:54.563" v="105" actId="21"/>
          <ac:spMkLst>
            <pc:docMk/>
            <pc:sldMk cId="3030454326" sldId="272"/>
            <ac:spMk id="5" creationId="{ADF039E7-36CF-4E85-C525-4C8606FBDEBE}"/>
          </ac:spMkLst>
        </pc:spChg>
        <pc:spChg chg="add">
          <ac:chgData name="Chaitanya Kantipudi" userId="9ccbf64586fec61a" providerId="LiveId" clId="{9CBCE700-F519-4FB1-8663-D9C99E3F1623}" dt="2026-01-14T14:13:55.731" v="243"/>
          <ac:spMkLst>
            <pc:docMk/>
            <pc:sldMk cId="3030454326" sldId="272"/>
            <ac:spMk id="5" creationId="{F970EEDC-C186-6D5F-22C7-A02F45FFD783}"/>
          </ac:spMkLst>
        </pc:spChg>
        <pc:spChg chg="del mod">
          <ac:chgData name="Chaitanya Kantipudi" userId="9ccbf64586fec61a" providerId="LiveId" clId="{9CBCE700-F519-4FB1-8663-D9C99E3F1623}" dt="2026-01-14T14:13:38.034" v="241" actId="21"/>
          <ac:spMkLst>
            <pc:docMk/>
            <pc:sldMk cId="3030454326" sldId="272"/>
            <ac:spMk id="6" creationId="{EF7ABDE1-06BF-0C39-E595-1C0A23F8F70D}"/>
          </ac:spMkLst>
        </pc:spChg>
        <pc:spChg chg="add">
          <ac:chgData name="Chaitanya Kantipudi" userId="9ccbf64586fec61a" providerId="LiveId" clId="{9CBCE700-F519-4FB1-8663-D9C99E3F1623}" dt="2026-01-14T14:14:04.248" v="245"/>
          <ac:spMkLst>
            <pc:docMk/>
            <pc:sldMk cId="3030454326" sldId="272"/>
            <ac:spMk id="7" creationId="{29B8D712-C347-5D48-E288-B3B95A5CD58A}"/>
          </ac:spMkLst>
        </pc:spChg>
        <pc:picChg chg="add mod">
          <ac:chgData name="Chaitanya Kantipudi" userId="9ccbf64586fec61a" providerId="LiveId" clId="{9CBCE700-F519-4FB1-8663-D9C99E3F1623}" dt="2026-01-14T13:56:11.682" v="128" actId="14100"/>
          <ac:picMkLst>
            <pc:docMk/>
            <pc:sldMk cId="3030454326" sldId="272"/>
            <ac:picMk id="8" creationId="{6ECF8522-2B12-98E5-E2C9-11256902A46A}"/>
          </ac:picMkLst>
        </pc:picChg>
      </pc:sldChg>
      <pc:sldChg chg="addSp delSp modSp new mod modClrScheme chgLayout">
        <pc:chgData name="Chaitanya Kantipudi" userId="9ccbf64586fec61a" providerId="LiveId" clId="{9CBCE700-F519-4FB1-8663-D9C99E3F1623}" dt="2026-01-14T14:17:11.548" v="260" actId="1076"/>
        <pc:sldMkLst>
          <pc:docMk/>
          <pc:sldMk cId="679705741" sldId="273"/>
        </pc:sldMkLst>
        <pc:spChg chg="mod ord">
          <ac:chgData name="Chaitanya Kantipudi" userId="9ccbf64586fec61a" providerId="LiveId" clId="{9CBCE700-F519-4FB1-8663-D9C99E3F1623}" dt="2026-01-14T13:57:53.373" v="150" actId="700"/>
          <ac:spMkLst>
            <pc:docMk/>
            <pc:sldMk cId="679705741" sldId="273"/>
            <ac:spMk id="2" creationId="{AC8F582A-0FEF-4078-DDC8-9675EB0A6F61}"/>
          </ac:spMkLst>
        </pc:spChg>
        <pc:spChg chg="mod ord">
          <ac:chgData name="Chaitanya Kantipudi" userId="9ccbf64586fec61a" providerId="LiveId" clId="{9CBCE700-F519-4FB1-8663-D9C99E3F1623}" dt="2026-01-14T14:16:59.614" v="255" actId="14100"/>
          <ac:spMkLst>
            <pc:docMk/>
            <pc:sldMk cId="679705741" sldId="273"/>
            <ac:spMk id="3" creationId="{C3668386-B3E9-9432-A0D8-424CFBB75FBD}"/>
          </ac:spMkLst>
        </pc:spChg>
        <pc:spChg chg="add del mod ord">
          <ac:chgData name="Chaitanya Kantipudi" userId="9ccbf64586fec61a" providerId="LiveId" clId="{9CBCE700-F519-4FB1-8663-D9C99E3F1623}" dt="2026-01-14T13:57:56.814" v="151" actId="21"/>
          <ac:spMkLst>
            <pc:docMk/>
            <pc:sldMk cId="679705741" sldId="273"/>
            <ac:spMk id="4" creationId="{CF6CD719-9121-31E8-5284-F93B25CF6A32}"/>
          </ac:spMkLst>
        </pc:spChg>
        <pc:spChg chg="add del mod ord">
          <ac:chgData name="Chaitanya Kantipudi" userId="9ccbf64586fec61a" providerId="LiveId" clId="{9CBCE700-F519-4FB1-8663-D9C99E3F1623}" dt="2026-01-14T13:58:04.451" v="153" actId="21"/>
          <ac:spMkLst>
            <pc:docMk/>
            <pc:sldMk cId="679705741" sldId="273"/>
            <ac:spMk id="5" creationId="{478C41EC-A107-9909-382C-B344A1BEA62A}"/>
          </ac:spMkLst>
        </pc:spChg>
        <pc:spChg chg="add mod ord">
          <ac:chgData name="Chaitanya Kantipudi" userId="9ccbf64586fec61a" providerId="LiveId" clId="{9CBCE700-F519-4FB1-8663-D9C99E3F1623}" dt="2026-01-14T14:17:08.594" v="259" actId="14100"/>
          <ac:spMkLst>
            <pc:docMk/>
            <pc:sldMk cId="679705741" sldId="273"/>
            <ac:spMk id="6" creationId="{DCBD5F3C-7601-DE2A-DB4F-2F902E725D1D}"/>
          </ac:spMkLst>
        </pc:spChg>
        <pc:picChg chg="add mod">
          <ac:chgData name="Chaitanya Kantipudi" userId="9ccbf64586fec61a" providerId="LiveId" clId="{9CBCE700-F519-4FB1-8663-D9C99E3F1623}" dt="2026-01-14T14:17:11.548" v="260" actId="1076"/>
          <ac:picMkLst>
            <pc:docMk/>
            <pc:sldMk cId="679705741" sldId="273"/>
            <ac:picMk id="8" creationId="{165B4890-D2AA-9A5A-1AD0-C781E8C7EE5C}"/>
          </ac:picMkLst>
        </pc:picChg>
      </pc:sldChg>
      <pc:sldChg chg="addSp delSp modSp new mod modClrScheme chgLayout">
        <pc:chgData name="Chaitanya Kantipudi" userId="9ccbf64586fec61a" providerId="LiveId" clId="{9CBCE700-F519-4FB1-8663-D9C99E3F1623}" dt="2026-01-14T14:19:16.409" v="276" actId="255"/>
        <pc:sldMkLst>
          <pc:docMk/>
          <pc:sldMk cId="2450648366" sldId="274"/>
        </pc:sldMkLst>
        <pc:spChg chg="mod ord">
          <ac:chgData name="Chaitanya Kantipudi" userId="9ccbf64586fec61a" providerId="LiveId" clId="{9CBCE700-F519-4FB1-8663-D9C99E3F1623}" dt="2026-01-14T14:18:25.038" v="265" actId="700"/>
          <ac:spMkLst>
            <pc:docMk/>
            <pc:sldMk cId="2450648366" sldId="274"/>
            <ac:spMk id="2" creationId="{B2280D55-2FF6-8971-1FC4-4A5D7A8CB0FC}"/>
          </ac:spMkLst>
        </pc:spChg>
        <pc:spChg chg="add del mod">
          <ac:chgData name="Chaitanya Kantipudi" userId="9ccbf64586fec61a" providerId="LiveId" clId="{9CBCE700-F519-4FB1-8663-D9C99E3F1623}" dt="2026-01-14T14:18:25.038" v="265" actId="700"/>
          <ac:spMkLst>
            <pc:docMk/>
            <pc:sldMk cId="2450648366" sldId="274"/>
            <ac:spMk id="3" creationId="{6E366677-FB2C-0CD1-C256-601E5A98C5EC}"/>
          </ac:spMkLst>
        </pc:spChg>
        <pc:spChg chg="del">
          <ac:chgData name="Chaitanya Kantipudi" userId="9ccbf64586fec61a" providerId="LiveId" clId="{9CBCE700-F519-4FB1-8663-D9C99E3F1623}" dt="2026-01-14T13:59:54.911" v="181" actId="21"/>
          <ac:spMkLst>
            <pc:docMk/>
            <pc:sldMk cId="2450648366" sldId="274"/>
            <ac:spMk id="3" creationId="{9C16E1A9-A217-79C0-0FF8-E9392510955F}"/>
          </ac:spMkLst>
        </pc:spChg>
        <pc:spChg chg="del mod">
          <ac:chgData name="Chaitanya Kantipudi" userId="9ccbf64586fec61a" providerId="LiveId" clId="{9CBCE700-F519-4FB1-8663-D9C99E3F1623}" dt="2026-01-14T14:18:21.182" v="264"/>
          <ac:spMkLst>
            <pc:docMk/>
            <pc:sldMk cId="2450648366" sldId="274"/>
            <ac:spMk id="4" creationId="{43F8A16E-3F14-20B5-2C49-E7EB935A2BA8}"/>
          </ac:spMkLst>
        </pc:spChg>
        <pc:spChg chg="add mod ord">
          <ac:chgData name="Chaitanya Kantipudi" userId="9ccbf64586fec61a" providerId="LiveId" clId="{9CBCE700-F519-4FB1-8663-D9C99E3F1623}" dt="2026-01-14T14:19:16.409" v="276" actId="255"/>
          <ac:spMkLst>
            <pc:docMk/>
            <pc:sldMk cId="2450648366" sldId="274"/>
            <ac:spMk id="5" creationId="{570E44FE-02CA-EF2B-6221-76487BBF0AA2}"/>
          </ac:spMkLst>
        </pc:spChg>
        <pc:spChg chg="del">
          <ac:chgData name="Chaitanya Kantipudi" userId="9ccbf64586fec61a" providerId="LiveId" clId="{9CBCE700-F519-4FB1-8663-D9C99E3F1623}" dt="2026-01-14T13:59:57.658" v="182" actId="21"/>
          <ac:spMkLst>
            <pc:docMk/>
            <pc:sldMk cId="2450648366" sldId="274"/>
            <ac:spMk id="5" creationId="{A9CD0728-1EB5-3C4A-D203-5C045888ACE3}"/>
          </ac:spMkLst>
        </pc:spChg>
        <pc:spChg chg="del mod">
          <ac:chgData name="Chaitanya Kantipudi" userId="9ccbf64586fec61a" providerId="LiveId" clId="{9CBCE700-F519-4FB1-8663-D9C99E3F1623}" dt="2026-01-14T14:18:16.341" v="262" actId="21"/>
          <ac:spMkLst>
            <pc:docMk/>
            <pc:sldMk cId="2450648366" sldId="274"/>
            <ac:spMk id="6" creationId="{570E44FE-02CA-EF2B-6221-76487BBF0AA2}"/>
          </ac:spMkLst>
        </pc:spChg>
      </pc:sldChg>
      <pc:sldChg chg="new del">
        <pc:chgData name="Chaitanya Kantipudi" userId="9ccbf64586fec61a" providerId="LiveId" clId="{9CBCE700-F519-4FB1-8663-D9C99E3F1623}" dt="2026-01-14T13:57:50.007" v="149" actId="2696"/>
        <pc:sldMkLst>
          <pc:docMk/>
          <pc:sldMk cId="3007114434" sldId="274"/>
        </pc:sldMkLst>
      </pc:sldChg>
      <pc:sldChg chg="new del">
        <pc:chgData name="Chaitanya Kantipudi" userId="9ccbf64586fec61a" providerId="LiveId" clId="{9CBCE700-F519-4FB1-8663-D9C99E3F1623}" dt="2026-01-14T14:26:58.746" v="354" actId="680"/>
        <pc:sldMkLst>
          <pc:docMk/>
          <pc:sldMk cId="2219458209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68DC72-0701-4922-B9D1-CBFB540736DA}" type="datetimeFigureOut">
              <a:rPr lang="en-IN" smtClean="0"/>
              <a:t>14-01-2026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433DB3-0243-45D5-87FD-27D2F51D20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364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52529" cy="736270"/>
          </a:xfrm>
          <a:prstGeom prst="rect">
            <a:avLst/>
          </a:prstGeom>
          <a:gradFill>
            <a:gsLst>
              <a:gs pos="1000">
                <a:srgbClr val="166018"/>
              </a:gs>
              <a:gs pos="52000">
                <a:srgbClr val="00B0F0"/>
              </a:gs>
              <a:gs pos="100000">
                <a:schemeClr val="tx2">
                  <a:lumMod val="75000"/>
                </a:schemeClr>
              </a:gs>
              <a:gs pos="100000">
                <a:srgbClr val="4D0808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prstClr val="white"/>
                </a:solidFill>
                <a:latin typeface="Franklin Gothic Demi" pitchFamily="34" charset="0"/>
              </a:rPr>
              <a:t>INDIAN INSTITUTE OF TECHNOLOGY ROORKEE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7895" y="-1281"/>
            <a:ext cx="755828" cy="732103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006150"/>
            <a:ext cx="9133727" cy="185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7814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64285" y="-1480"/>
            <a:ext cx="979715" cy="961360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0" y="990600"/>
            <a:ext cx="91440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0" y="6756400"/>
            <a:ext cx="9144000" cy="0"/>
          </a:xfrm>
          <a:prstGeom prst="line">
            <a:avLst/>
          </a:prstGeom>
          <a:ln w="2222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197" y="6447291"/>
            <a:ext cx="16668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>
            <a:lum bright="3000"/>
          </a:blip>
          <a:stretch>
            <a:fillRect/>
          </a:stretch>
        </p:blipFill>
        <p:spPr>
          <a:xfrm>
            <a:off x="1873072" y="2118212"/>
            <a:ext cx="5321656" cy="3510576"/>
          </a:xfrm>
          <a:prstGeom prst="rect">
            <a:avLst/>
          </a:prstGeom>
        </p:spPr>
      </p:pic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mtClean="0"/>
              <a:pPr algn="r"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80654" y="202990"/>
            <a:ext cx="7042080" cy="554587"/>
          </a:xfrm>
        </p:spPr>
        <p:txBody>
          <a:bodyPr/>
          <a:lstStyle>
            <a:lvl1pPr algn="l">
              <a:defRPr sz="3200" b="1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2" name="Content Placeholder 3"/>
          <p:cNvSpPr>
            <a:spLocks noGrp="1"/>
          </p:cNvSpPr>
          <p:nvPr>
            <p:ph sz="half" idx="2"/>
          </p:nvPr>
        </p:nvSpPr>
        <p:spPr>
          <a:xfrm>
            <a:off x="180653" y="1173984"/>
            <a:ext cx="8768137" cy="5223272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8656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lum bright="3000"/>
          </a:blip>
          <a:stretch>
            <a:fillRect/>
          </a:stretch>
        </p:blipFill>
        <p:spPr>
          <a:xfrm>
            <a:off x="1873072" y="2118212"/>
            <a:ext cx="5321656" cy="35105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654" y="202990"/>
            <a:ext cx="7042080" cy="554587"/>
          </a:xfrm>
        </p:spPr>
        <p:txBody>
          <a:bodyPr/>
          <a:lstStyle>
            <a:lvl1pPr algn="l">
              <a:defRPr sz="3200" b="1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0654" y="1132413"/>
            <a:ext cx="4288604" cy="48063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0654" y="1613043"/>
            <a:ext cx="4288604" cy="47842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25166"/>
            <a:ext cx="4242121" cy="4878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13043"/>
            <a:ext cx="4242121" cy="478421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64285" y="-1480"/>
            <a:ext cx="979715" cy="961360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0" y="990600"/>
            <a:ext cx="91440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0" y="6756400"/>
            <a:ext cx="9144000" cy="0"/>
          </a:xfrm>
          <a:prstGeom prst="line">
            <a:avLst/>
          </a:prstGeom>
          <a:ln w="2222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197" y="6447291"/>
            <a:ext cx="16668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mtClean="0"/>
              <a:pPr algn="r"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18922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lum bright="3000"/>
          </a:blip>
          <a:stretch>
            <a:fillRect/>
          </a:stretch>
        </p:blipFill>
        <p:spPr>
          <a:xfrm>
            <a:off x="1873072" y="2118212"/>
            <a:ext cx="5321656" cy="35105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64285" y="-1480"/>
            <a:ext cx="979715" cy="961360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>
            <a:off x="0" y="990600"/>
            <a:ext cx="9144000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0" y="6756400"/>
            <a:ext cx="9144000" cy="0"/>
          </a:xfrm>
          <a:prstGeom prst="line">
            <a:avLst/>
          </a:prstGeom>
          <a:ln w="2222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197" y="6447291"/>
            <a:ext cx="16668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mtClean="0"/>
              <a:pPr algn="r"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7751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8382001" y="6607628"/>
            <a:ext cx="762000" cy="19880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bg1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fld id="{0FF7DBA9-935E-47CE-962B-4680C9109015}" type="slidenum">
              <a:rPr lang="en-US" altLang="en-US" smtClean="0"/>
              <a:pPr algn="r"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363913" y="2971801"/>
            <a:ext cx="2452687" cy="711200"/>
          </a:xfrm>
        </p:spPr>
        <p:txBody>
          <a:bodyPr anchor="t"/>
          <a:lstStyle>
            <a:lvl1pPr algn="ctr">
              <a:defRPr sz="3600" b="1" cap="none"/>
            </a:lvl1pPr>
          </a:lstStyle>
          <a:p>
            <a:r>
              <a:rPr lang="en-US" dirty="0"/>
              <a:t>Thanks…</a:t>
            </a:r>
            <a:endParaRPr lang="en-IN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3595524" y="3619535"/>
            <a:ext cx="2009553" cy="0"/>
          </a:xfrm>
          <a:prstGeom prst="line">
            <a:avLst/>
          </a:prstGeom>
          <a:ln w="508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076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fld id="{247F8E96-40AA-459E-91AA-55A5F97CAAA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1/14/2026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0" hangingPunct="0">
              <a:defRPr sz="1200">
                <a:solidFill>
                  <a:schemeClr val="tx1">
                    <a:tint val="75000"/>
                  </a:schemeClr>
                </a:solidFill>
                <a:cs typeface="+mn-cs"/>
              </a:defRPr>
            </a:lvl1pPr>
          </a:lstStyle>
          <a:p>
            <a:pPr>
              <a:defRPr/>
            </a:pPr>
            <a:fld id="{D4CB9294-F9FF-4346-BE48-1C04129C722B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162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701" r:id="rId3"/>
    <p:sldLayoutId id="2147483703" r:id="rId4"/>
    <p:sldLayoutId id="2147483708" r:id="rId5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idx="4294967295"/>
          </p:nvPr>
        </p:nvSpPr>
        <p:spPr>
          <a:xfrm>
            <a:off x="1069520" y="1111751"/>
            <a:ext cx="7247166" cy="1407514"/>
          </a:xfrm>
        </p:spPr>
        <p:txBody>
          <a:bodyPr/>
          <a:lstStyle>
            <a:lvl1pPr algn="ctr">
              <a:defRPr sz="2800" b="1">
                <a:latin typeface="+mn-lt"/>
              </a:defRPr>
            </a:lvl1pPr>
          </a:lstStyle>
          <a:p>
            <a:r>
              <a:rPr lang="en-US" dirty="0"/>
              <a:t>Productivity Shocks and Sectoral Output Dynamics in India</a:t>
            </a:r>
            <a:endParaRPr lang="en-IN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4294967295"/>
          </p:nvPr>
        </p:nvSpPr>
        <p:spPr>
          <a:xfrm>
            <a:off x="1069520" y="3647611"/>
            <a:ext cx="7247166" cy="423370"/>
          </a:xfrm>
        </p:spPr>
        <p:txBody>
          <a:bodyPr anchor="b"/>
          <a:lstStyle>
            <a:lvl1pPr marL="0" indent="0" algn="ctr">
              <a:buNone/>
              <a:defRPr sz="18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Maddipati Sathvika</a:t>
            </a:r>
          </a:p>
          <a:p>
            <a:pPr lvl="0"/>
            <a:r>
              <a:rPr lang="en-US" dirty="0"/>
              <a:t>22113083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4294967295"/>
          </p:nvPr>
        </p:nvSpPr>
        <p:spPr>
          <a:xfrm>
            <a:off x="1069520" y="2453951"/>
            <a:ext cx="7247166" cy="495460"/>
          </a:xfrm>
        </p:spPr>
        <p:txBody>
          <a:bodyPr anchor="b"/>
          <a:lstStyle>
            <a:lvl1pPr marL="0" indent="0" algn="ctr">
              <a:buNone/>
              <a:defRPr sz="2000" b="1" i="1">
                <a:solidFill>
                  <a:srgbClr val="000099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IN" dirty="0"/>
              <a:t>A DSGE-Inspired Empirical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77207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/>
              <a:t>Problem Statement &amp; Motivation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200" b="1" dirty="0"/>
              <a:t>Why this study?</a:t>
            </a:r>
            <a:endParaRPr lang="en-US" sz="2200" dirty="0"/>
          </a:p>
          <a:p>
            <a:r>
              <a:rPr lang="en-US" sz="2000" dirty="0"/>
              <a:t>Productivity shocks do not affect all sectors equally</a:t>
            </a:r>
          </a:p>
          <a:p>
            <a:r>
              <a:rPr lang="en-US" sz="2000" dirty="0"/>
              <a:t>Sectoral heterogeneity matters for policy and business strategy</a:t>
            </a:r>
          </a:p>
          <a:p>
            <a:r>
              <a:rPr lang="en-US" sz="2000" dirty="0"/>
              <a:t>India-focused evidence is limited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200" b="1" dirty="0"/>
              <a:t>Conceptual intuition</a:t>
            </a:r>
            <a:endParaRPr lang="en-US" sz="2200" dirty="0"/>
          </a:p>
          <a:p>
            <a:r>
              <a:rPr lang="en-US" sz="2000" dirty="0"/>
              <a:t>Productivity shocks → deviations from trend</a:t>
            </a:r>
          </a:p>
          <a:p>
            <a:r>
              <a:rPr lang="en-US" sz="2000" dirty="0"/>
              <a:t>Sectoral output responds differently over time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76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7D59057-CCF2-FD8A-9E3B-8911EFDE2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/>
              <a:t>Data &amp; Preprocessing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357171C-5681-FC58-EF39-05BE59FE86D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Key Transformations</a:t>
            </a:r>
            <a:endParaRPr lang="en-US" sz="2000" dirty="0"/>
          </a:p>
          <a:p>
            <a:r>
              <a:rPr lang="en-US" sz="1800" dirty="0"/>
              <a:t>Per-worker normalization (GDP, capital)</a:t>
            </a:r>
          </a:p>
          <a:p>
            <a:r>
              <a:rPr lang="en-US" sz="1800" dirty="0"/>
              <a:t>Growth rates to capture short-run dynamics</a:t>
            </a:r>
          </a:p>
          <a:p>
            <a:r>
              <a:rPr lang="en-US" sz="1800" dirty="0"/>
              <a:t>Annual data aligned across sources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2000" b="1" dirty="0"/>
              <a:t>Why this matters</a:t>
            </a:r>
            <a:endParaRPr lang="en-US" sz="2000" dirty="0"/>
          </a:p>
          <a:p>
            <a:r>
              <a:rPr lang="en-US" sz="1800" dirty="0"/>
              <a:t>Ensures macroeconomic comparability</a:t>
            </a:r>
          </a:p>
          <a:p>
            <a:r>
              <a:rPr lang="en-US" sz="1800" dirty="0"/>
              <a:t>Focuses analysis on productivity and dynamics, not raw scale</a:t>
            </a:r>
          </a:p>
          <a:p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6A7E3D7-F9A7-B130-5CE5-CD511D698CE2}"/>
              </a:ext>
            </a:extLst>
          </p:cNvPr>
          <p:cNvSpPr/>
          <p:nvPr/>
        </p:nvSpPr>
        <p:spPr>
          <a:xfrm>
            <a:off x="559837" y="4366726"/>
            <a:ext cx="1231641" cy="87707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Raw data</a:t>
            </a:r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94B39C2-112C-6C38-239D-517AAFAA6E66}"/>
              </a:ext>
            </a:extLst>
          </p:cNvPr>
          <p:cNvSpPr/>
          <p:nvPr/>
        </p:nvSpPr>
        <p:spPr>
          <a:xfrm>
            <a:off x="3429000" y="4366726"/>
            <a:ext cx="1651518" cy="87707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Per-worker Measures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1BBF9E0-AB60-AA7B-C27A-70945848B634}"/>
              </a:ext>
            </a:extLst>
          </p:cNvPr>
          <p:cNvSpPr/>
          <p:nvPr/>
        </p:nvSpPr>
        <p:spPr>
          <a:xfrm>
            <a:off x="6718040" y="4366726"/>
            <a:ext cx="1782147" cy="87707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Growth Rates</a:t>
            </a:r>
            <a:endParaRPr lang="en-IN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4968F933-0383-18AC-3EA6-B9A1B2CDD27C}"/>
              </a:ext>
            </a:extLst>
          </p:cNvPr>
          <p:cNvSpPr/>
          <p:nvPr/>
        </p:nvSpPr>
        <p:spPr>
          <a:xfrm>
            <a:off x="1994418" y="4749282"/>
            <a:ext cx="1231641" cy="191275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73CCAFF4-5D0F-4E69-C11D-4C5954D88316}"/>
              </a:ext>
            </a:extLst>
          </p:cNvPr>
          <p:cNvSpPr/>
          <p:nvPr/>
        </p:nvSpPr>
        <p:spPr>
          <a:xfrm>
            <a:off x="5264797" y="4749282"/>
            <a:ext cx="1268963" cy="191275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002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C8908-AA7E-02CA-D475-59F0A5A89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/>
              <a:t>Exploratory Data Analysis (EDA)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F9B28A-BE9C-2F17-8D22-2CD09AB4A6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0654" y="1125167"/>
            <a:ext cx="7349150" cy="2303833"/>
          </a:xfrm>
        </p:spPr>
        <p:txBody>
          <a:bodyPr/>
          <a:lstStyle/>
          <a:p>
            <a:pPr marL="0" indent="0">
              <a:buNone/>
            </a:pPr>
            <a:r>
              <a:rPr lang="en-US" sz="2200" b="1" dirty="0"/>
              <a:t>Key EDA Insights</a:t>
            </a:r>
            <a:endParaRPr lang="en-US" sz="2200" dirty="0"/>
          </a:p>
          <a:p>
            <a:r>
              <a:rPr lang="en-US" sz="2000" dirty="0"/>
              <a:t>Productivity shows long-run growth with cyclical fluctuations</a:t>
            </a:r>
          </a:p>
          <a:p>
            <a:r>
              <a:rPr lang="en-US" sz="2000" dirty="0"/>
              <a:t>Manufacturing &amp; mining are more volatile</a:t>
            </a:r>
          </a:p>
          <a:p>
            <a:r>
              <a:rPr lang="en-US" sz="2000" dirty="0"/>
              <a:t>Utilities are relatively stable</a:t>
            </a:r>
          </a:p>
          <a:p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872637B-0FFE-067C-FE60-4B0BA7F60B5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18" y="3069771"/>
            <a:ext cx="4241800" cy="3001383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3BAB7D-498E-485F-BEA0-AAB8ACF569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683" y="3069771"/>
            <a:ext cx="4040754" cy="3001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366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A6798-2651-585D-14E6-1024D5C97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/>
              <a:t>Identifying Productivity Shocks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574F59-6435-0477-261B-707943D07C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0654" y="1613043"/>
            <a:ext cx="4288604" cy="2259161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Method</a:t>
            </a:r>
            <a:endParaRPr lang="en-US" sz="2000" dirty="0"/>
          </a:p>
          <a:p>
            <a:r>
              <a:rPr lang="en-US" sz="1800" dirty="0"/>
              <a:t>Decompose productivity into:</a:t>
            </a:r>
          </a:p>
          <a:p>
            <a:pPr lvl="1"/>
            <a:r>
              <a:rPr lang="en-US" sz="1800" dirty="0"/>
              <a:t>Long-run trend</a:t>
            </a:r>
          </a:p>
          <a:p>
            <a:pPr lvl="1"/>
            <a:r>
              <a:rPr lang="en-US" sz="1800" dirty="0"/>
              <a:t>Short-run cyclical component</a:t>
            </a:r>
          </a:p>
          <a:p>
            <a:r>
              <a:rPr lang="en-US" sz="1800" dirty="0"/>
              <a:t>Define shocks as unusually large negative deviations from trend.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2000" b="1" dirty="0"/>
              <a:t>Interpretation</a:t>
            </a:r>
            <a:endParaRPr lang="en-US" sz="2000" dirty="0"/>
          </a:p>
          <a:p>
            <a:r>
              <a:rPr lang="en-US" sz="1800" dirty="0"/>
              <a:t>Shocks represent economy-wide disturbances.</a:t>
            </a:r>
          </a:p>
          <a:p>
            <a:r>
              <a:rPr lang="en-US" sz="1800" dirty="0"/>
              <a:t>No reliance on historical event labeling.</a:t>
            </a:r>
          </a:p>
          <a:p>
            <a:r>
              <a:rPr lang="en-US" sz="1800" dirty="0"/>
              <a:t>Transparent, rule-based identification.</a:t>
            </a:r>
          </a:p>
          <a:p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0C5ABF8-ECA9-CB34-0688-48498B86F179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872204"/>
            <a:ext cx="4241800" cy="2463249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96F084-71DA-DD14-D4F6-4152477DB1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744" y="1245796"/>
            <a:ext cx="4082021" cy="2370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283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050CB-FCF2-193D-AD68-59A5EE9D3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/>
              <a:t>Event Study – Sectoral Responses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A6B369-BD2E-6D95-DF6D-2ACA2ACBA5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0654" y="1125167"/>
            <a:ext cx="4288604" cy="5272090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Approach</a:t>
            </a:r>
            <a:endParaRPr lang="en-US" sz="2000" dirty="0"/>
          </a:p>
          <a:p>
            <a:r>
              <a:rPr lang="en-US" sz="1800" dirty="0"/>
              <a:t>Track sectoral output growth:</a:t>
            </a:r>
          </a:p>
          <a:p>
            <a:pPr lvl="1"/>
            <a:r>
              <a:rPr lang="en-US" sz="1800" dirty="0"/>
              <a:t>Before the shock</a:t>
            </a:r>
          </a:p>
          <a:p>
            <a:pPr lvl="1"/>
            <a:r>
              <a:rPr lang="en-US" sz="1800" dirty="0"/>
              <a:t>During the shock</a:t>
            </a:r>
          </a:p>
          <a:p>
            <a:pPr lvl="1"/>
            <a:r>
              <a:rPr lang="en-US" sz="1800" dirty="0"/>
              <a:t>After the shock</a:t>
            </a:r>
          </a:p>
          <a:p>
            <a:pPr marL="457200" lvl="1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2000" b="1" dirty="0"/>
              <a:t>Key Findings</a:t>
            </a:r>
            <a:endParaRPr lang="en-US" sz="2000" dirty="0"/>
          </a:p>
          <a:p>
            <a:r>
              <a:rPr lang="en-US" sz="1800" dirty="0"/>
              <a:t>Manufacturing exhibits stronger sensitivity to productivity shocks.</a:t>
            </a:r>
          </a:p>
          <a:p>
            <a:r>
              <a:rPr lang="en-US" sz="1800" dirty="0"/>
              <a:t>Capital-intensive sectors adjust more slowly.</a:t>
            </a:r>
          </a:p>
          <a:p>
            <a:r>
              <a:rPr lang="en-US" sz="1800" dirty="0"/>
              <a:t>Electricity and utilities display greater resilience.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CF8522-2B12-98E5-E2C9-11256902A4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6460" y="1212791"/>
            <a:ext cx="4597421" cy="319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454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F582A-0FEF-4078-DDC8-9675EB0A6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/>
              <a:t>Modelling &amp; Benchmarking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68386-B3E9-9432-A0D8-424CFBB75F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454" y="1003869"/>
            <a:ext cx="8782691" cy="5284964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Models Used</a:t>
            </a:r>
            <a:endParaRPr lang="en-US" sz="1800" dirty="0"/>
          </a:p>
          <a:p>
            <a:r>
              <a:rPr lang="en-US" sz="1600" dirty="0"/>
              <a:t>Linear regressions with productivity and macro controls</a:t>
            </a:r>
          </a:p>
          <a:p>
            <a:r>
              <a:rPr lang="en-US" sz="1600" dirty="0"/>
              <a:t>Sector fixed effects</a:t>
            </a:r>
          </a:p>
          <a:p>
            <a:r>
              <a:rPr lang="en-US" sz="1600" dirty="0"/>
              <a:t>Naive benchmarks for comparison</a:t>
            </a:r>
          </a:p>
          <a:p>
            <a:pPr marL="0" indent="0">
              <a:buNone/>
            </a:pPr>
            <a:r>
              <a:rPr lang="en-US" sz="1800" b="1" dirty="0"/>
              <a:t>Results</a:t>
            </a:r>
            <a:endParaRPr lang="en-US" sz="18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BD5F3C-7601-DE2A-DB4F-2F902E725D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80653" y="4917233"/>
            <a:ext cx="8706492" cy="1371600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Interpretation</a:t>
            </a:r>
            <a:endParaRPr lang="en-US" sz="1800" dirty="0"/>
          </a:p>
          <a:p>
            <a:r>
              <a:rPr lang="en-US" sz="1600" dirty="0"/>
              <a:t>Associations, not causal claims.</a:t>
            </a:r>
          </a:p>
          <a:p>
            <a:r>
              <a:rPr lang="en-US" sz="1600" dirty="0"/>
              <a:t>Emphasis on consistency and interpretability</a:t>
            </a:r>
            <a:r>
              <a:rPr lang="en-US" sz="1800" dirty="0"/>
              <a:t>.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5B4890-D2AA-9A5A-1AD0-C781E8C7EE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53" y="2596326"/>
            <a:ext cx="4254759" cy="207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705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80D55-2FF6-8971-1FC4-4A5D7A8CB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/>
              <a:t>Implications &amp; Conclusion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570E44FE-02CA-EF2B-6221-76487BBF0AA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200" b="1" dirty="0"/>
              <a:t>Key Takeaways</a:t>
            </a:r>
            <a:endParaRPr lang="en-US" sz="2200" dirty="0"/>
          </a:p>
          <a:p>
            <a:r>
              <a:rPr lang="en-US" sz="2000" dirty="0"/>
              <a:t>Productivity shocks matter for sectoral output</a:t>
            </a:r>
          </a:p>
          <a:p>
            <a:r>
              <a:rPr lang="en-US" sz="2000" dirty="0"/>
              <a:t>Manufacturing is most exposed</a:t>
            </a:r>
          </a:p>
          <a:p>
            <a:r>
              <a:rPr lang="en-US" sz="2000" dirty="0"/>
              <a:t>Utilities are more resilient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200" b="1" dirty="0"/>
              <a:t>Implications</a:t>
            </a:r>
            <a:endParaRPr lang="en-US" sz="2200" dirty="0"/>
          </a:p>
          <a:p>
            <a:r>
              <a:rPr lang="en-US" sz="2000" dirty="0"/>
              <a:t>Targeted policy beats uniform policy</a:t>
            </a:r>
          </a:p>
          <a:p>
            <a:r>
              <a:rPr lang="en-US" sz="2000" dirty="0"/>
              <a:t>Risk-sensitive sectoral investment is essential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0648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67977639"/>
      </p:ext>
    </p:extLst>
  </p:cSld>
  <p:clrMapOvr>
    <a:masterClrMapping/>
  </p:clrMapOvr>
</p:sld>
</file>

<file path=ppt/theme/theme1.xml><?xml version="1.0" encoding="utf-8"?>
<a:theme xmlns:a="http://schemas.openxmlformats.org/drawingml/2006/main" name="IITR_PPT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ITR_template_sudiproy.pptx" id="{E7BE3218-A97E-4E6F-BE9F-92D6192B2CD5}" vid="{3EDE8FBA-E8F1-4B0B-AEA8-7DC234A91AE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IITR_template_sudiproy</Template>
  <TotalTime>150</TotalTime>
  <Words>277</Words>
  <Application>Microsoft Office PowerPoint</Application>
  <PresentationFormat>On-screen Show (4:3)</PresentationFormat>
  <Paragraphs>71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Franklin Gothic Demi</vt:lpstr>
      <vt:lpstr>IITR_PPT_Template</vt:lpstr>
      <vt:lpstr>Productivity Shocks and Sectoral Output Dynamics in India</vt:lpstr>
      <vt:lpstr>Problem Statement &amp; Motivation</vt:lpstr>
      <vt:lpstr>Data &amp; Preprocessing</vt:lpstr>
      <vt:lpstr>Exploratory Data Analysis (EDA)</vt:lpstr>
      <vt:lpstr>Identifying Productivity Shocks</vt:lpstr>
      <vt:lpstr>Event Study – Sectoral Responses</vt:lpstr>
      <vt:lpstr>Modelling &amp; Benchmarking</vt:lpstr>
      <vt:lpstr>Implications &amp; Conclusion</vt:lpstr>
      <vt:lpstr>Thank You</vt:lpstr>
    </vt:vector>
  </TitlesOfParts>
  <Manager>Dr. Sudip Roy</Manager>
  <Company>IIT Roorkee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IITR PPT Template</dc:subject>
  <dc:creator>Dr. Sudip Roy</dc:creator>
  <cp:lastModifiedBy>Chaitanya Kantipudi</cp:lastModifiedBy>
  <cp:revision>59</cp:revision>
  <dcterms:created xsi:type="dcterms:W3CDTF">2015-07-18T13:17:54Z</dcterms:created>
  <dcterms:modified xsi:type="dcterms:W3CDTF">2026-01-14T17:15:05Z</dcterms:modified>
  <cp:version>v1</cp:version>
</cp:coreProperties>
</file>